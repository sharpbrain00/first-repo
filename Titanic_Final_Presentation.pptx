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Titanic Survival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Najib Abdullahi</a:t>
            </a:r>
          </a:p>
          <a:p>
            <a:r>
              <a:t>Baze University Abuja</a:t>
            </a:r>
          </a:p>
          <a:p>
            <a:r>
              <a:t>Course: Titanic Survival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Titanic dataset to predict passenger survival.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data analysis and build a prediction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Matplotlib, Seaborn,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and removed unnecessary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graphs like bar charts, heatmaps to understand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FamilySize to improve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Logistic Regression for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accuracy between 75%–85%.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helps make accurate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