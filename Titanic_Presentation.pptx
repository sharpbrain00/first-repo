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Titanic Survival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Data Science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data analysis and build a prediction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NumPy, Matplotlib, Seaborn, Scikit-learn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 and removed unnecessary columns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graphs to analyze survival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FamilySize feature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for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Achieved 75%–85% accuracy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science helps predict real-world outcomes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