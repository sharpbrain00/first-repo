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Titanic Survival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Najib Abdullahi</a:t>
            </a:r>
          </a:p>
          <a:p>
            <a:r>
              <a:t>Baze University Abuja</a:t>
            </a:r>
          </a:p>
          <a:p>
            <a:r>
              <a:t>Course: Titanic Survival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Survival Count</a:t>
            </a:r>
          </a:p>
        </p:txBody>
      </p:sp>
      <p:pic>
        <p:nvPicPr>
          <p:cNvPr id="3" name="Picture 2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Survival by Gender</a:t>
            </a:r>
          </a:p>
        </p:txBody>
      </p:sp>
      <p:pic>
        <p:nvPicPr>
          <p:cNvPr id="3" name="Picture 2" descr="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Heatmap</a:t>
            </a:r>
          </a:p>
        </p:txBody>
      </p:sp>
      <p:pic>
        <p:nvPicPr>
          <p:cNvPr id="3" name="Picture 2" descr="ch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