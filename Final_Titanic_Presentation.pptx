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Titanic Survival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Name: Najib Abdullahi</a:t>
            </a:r>
          </a:p>
          <a:p>
            <a:r>
              <a:t>School: Baze University Abuja</a:t>
            </a:r>
          </a:p>
          <a:p>
            <a:r>
              <a:t>Course: Titanic Survival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data analysis and build a prediction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Pandas, NumPy, Matplotlib, Seaborn, Scikit-learn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Handled missing values and removed unnecessary columns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graphs to analyze survival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FamilySize feature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 for prediction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Achieved 75%–85% accuracy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science helps predict real-world outcomes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